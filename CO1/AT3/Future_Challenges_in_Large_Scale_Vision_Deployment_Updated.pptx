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Future Challenges in Large-Scale Vision Deployment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10-slide presentation</a:t>
            </a:r>
          </a:p>
          <a:p>
            <a:pPr>
              <a:defRPr sz="2000"/>
            </a:pPr>
            <a:r>
              <a:t>Name: C. Venkata Deepan</a:t>
            </a:r>
          </a:p>
          <a:p>
            <a:pPr>
              <a:defRPr sz="2000"/>
            </a:pPr>
            <a:r>
              <a:t>Reg. No.: 192425022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Large-scale computer vision across cities, industries, healthcare.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Challenge: billions of images.</a:t>
            </a:r>
            <a:br/>
            <a:r>
              <a:t>Reason: compute/storage.</a:t>
            </a:r>
            <a:br/>
            <a:r>
              <a:t>Impact: latency.</a:t>
            </a:r>
            <a:br/>
            <a:r>
              <a:t>Solution: edge+cloud.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Challenge: biased/noisy data.</a:t>
            </a:r>
            <a:br/>
            <a:r>
              <a:t>Impact: lower accuracy.</a:t>
            </a:r>
            <a:br/>
            <a:r>
              <a:t>Solution: diverse datasets.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Privacy &amp;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Challenge: surveillance concerns.</a:t>
            </a:r>
            <a:br/>
            <a:r>
              <a:t>Need consent, anonymization, compliance.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GPU cost, networking, energy.</a:t>
            </a:r>
            <a:br/>
            <a:r>
              <a:t>Optimize models and scheduling.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Robustness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Domain shift, weather, lighting.</a:t>
            </a:r>
            <a:br/>
            <a:r>
              <a:t>Continuous learning and monitoring.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Adversarial attacks, spoofing.</a:t>
            </a:r>
            <a:br/>
            <a:r>
              <a:t>Secure pipelines and validation.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Structured Reasoning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Identify problem → Causes → Impact → Solutions → Evaluation.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Vision deployment requires scalable, secure, ethical, robust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